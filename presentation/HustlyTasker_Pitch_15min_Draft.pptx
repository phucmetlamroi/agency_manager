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37560" y="68580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quản lý công việc dành riêng cho Video Agency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"Quản lý thông minh — Giao việc nhanh — Thanh toán minh bạch"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thuyết trình · EXE101 — Khởi nghiệp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 số khiến mọi agency video editing đau đầu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92024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889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giờ/tháng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task thủ công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Zalo + Trello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55448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92024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7889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7200" dirty="0"/>
          </a:p>
        </p:txBody>
      </p:sp>
      <p:sp>
        <p:nvSpPr>
          <p:cNvPr id="15" name="Text 11"/>
          <p:cNvSpPr/>
          <p:nvPr/>
        </p:nvSpPr>
        <p:spPr>
          <a:xfrm>
            <a:off x="448056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48056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payroll cuối tháng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48056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↔ VND lệch tỷ giá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38160" y="155448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92024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27889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200" dirty="0"/>
          </a:p>
        </p:txBody>
      </p:sp>
      <p:sp>
        <p:nvSpPr>
          <p:cNvPr id="21" name="Text 16"/>
          <p:cNvSpPr/>
          <p:nvPr/>
        </p:nvSpPr>
        <p:spPr>
          <a:xfrm>
            <a:off x="832104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32104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Nhắn tin hỏi tiến độ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32104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lần/tuần · Multi-language gap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5 agency Việt Nam — đây không phải con số tưởng tượng.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agency video editing đang khổ?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pain points cốt lõi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8288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task rời rạc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31089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Zalo + Trello chắp vá. Admin phải hỏi từng editor để biết task đang ở bước nào. Thông tin tản mác, dễ sót, miss deadline.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48463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846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giờ/ngày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520" y="5212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để track status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1828800"/>
            <a:ext cx="411480" cy="4114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 song tiền tệ chaos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572000" y="31089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trả USD, editor lương VND — 2 file Excel khác nhau. Tỷ giá thay đổi, profit margin mơ hồ.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0" y="48463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0" y="4846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572000" y="5212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payroll/tháng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12480" y="1828800"/>
            <a:ext cx="411480" cy="4114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124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82880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1248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không thấy tiến độ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8412480" y="31089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nơi tập trung xem progress. Rào cản ngôn ngữ Việt-Anh-Trung. Admin spend hàng giờ reply DM.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8412480" y="48463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412480" y="4846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8412480" y="5212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nhắn ≥1 lần/tuần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câu chuyện của HÀNG NGÀN agency video editing Việt Nam.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— Nền tảng SaaS chuyên biệt cho Video Agency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64592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78308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"Như Asana + Frame.io + QuickBooks gộp lại,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riêng cho Talking Head Video Editing."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4360" y="34747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7947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biệt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0120" y="5029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+ pricing logic riêng cho video editing — không phải tool chung chung.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43400" y="34747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7947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Dual-currency native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09160" y="5029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USD/VND song song, auto-payroll, profit margin real-time.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92440" y="347472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79476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visibility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58200" y="5029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Editor / Client view khác nhau, đa ngôn ngữ.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"Chúng tôi không serve tất cả — chúng tôi serve sâu cho 1 niche."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thứ làm HustlyTasker khác mọi tool hiện có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18745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54480" y="1874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Workflow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251460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11-stage task lifecycle riêng cho video editing. Auto-detect quá hạn, status history đầy đủ.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502920" cy="502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149840" y="18745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14984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132320" y="1874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Marketplace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37960" y="251460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tự nhận task ưa thích. Admin tiết kiệm thời gian, editor được pick task phù hợp năng lực.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397764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97680"/>
            <a:ext cx="502920" cy="5029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72000" y="42976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0" y="4297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554480" y="4297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960120" y="49377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batch task creation. Tự phân loại Short/Long form, tự tính giá theo rule, tự gán editor.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17920" y="397764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297680"/>
            <a:ext cx="502920" cy="5029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0149840" y="42976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0149840" y="4297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132320" y="4297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Finance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6537960" y="49377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dual-currency + auto-payroll + profit margin per-task. Không cần plugin trả phí thêm.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cái này gộp lại + niche focus = MOAT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lớn cỡ nào?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463040"/>
            <a:ext cx="5120640" cy="5120640"/>
          </a:xfrm>
          <a:prstGeom prst="ellipse">
            <a:avLst/>
          </a:prstGeom>
          <a:solidFill>
            <a:srgbClr val="8B5CF6">
              <a:alpha val="12000"/>
            </a:srgbClr>
          </a:solidFill>
          <a:ln w="1905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286000"/>
            <a:ext cx="3474720" cy="3474720"/>
          </a:xfrm>
          <a:prstGeom prst="ellipse">
            <a:avLst/>
          </a:prstGeom>
          <a:solidFill>
            <a:srgbClr val="8B5CF6">
              <a:alpha val="22000"/>
            </a:srgbClr>
          </a:solidFill>
          <a:ln w="1905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3108960"/>
            <a:ext cx="1828800" cy="1828800"/>
          </a:xfrm>
          <a:prstGeom prst="ellipse">
            <a:avLst/>
          </a:prstGeom>
          <a:solidFill>
            <a:srgbClr val="34D399">
              <a:alpha val="40000"/>
            </a:srgbClr>
          </a:solidFill>
          <a:ln w="1905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4069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0" y="1554480"/>
            <a:ext cx="3931920" cy="4754880"/>
          </a:xfrm>
          <a:prstGeom prst="roundRect">
            <a:avLst>
              <a:gd name="adj" fmla="val 3488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737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2103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$4.3B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046720" y="2651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Video Editing Software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3566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046720" y="4114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head editing agencies in SEA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5029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046720" y="5577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agencies phục vụ client quốc tế (Y1)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nhưng KHÔNG nhỏ — 1% market share = $1.5M MRR potential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Grand View Research, Statista 2024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tôi serve ai? — 3 personas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1828800"/>
            <a:ext cx="914400" cy="914400"/>
          </a:xfrm>
          <a:prstGeom prst="ellipse">
            <a:avLst/>
          </a:prstGeom>
          <a:solidFill>
            <a:srgbClr val="8B5CF6">
              <a:alpha val="25000"/>
            </a:srgbClr>
          </a:solidFill>
          <a:ln w="25400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9659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 Hùng, 32 tuổi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agency "Cinematic Studio"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611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editors, 15 clients quốc tế. Mất 40+ giờ/tháng vào admin việc thay vì grow business."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480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50+ task/tháng không sót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lương 10 editor không sai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profit cho investor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525780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257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$29/mo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rgbClr val="A78BFA">
              <a:alpha val="25000"/>
            </a:srgbClr>
          </a:solidFill>
          <a:ln w="25400">
            <a:solidFill>
              <a:srgbClr val="A78BFA">
                <a:alpha val="7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6596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Linh, 24 tuổi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7200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editor 3 năm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0" y="3611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"Muốn biết task ưu tiên, được pick task mình giỏi, tracking lương rõ ràng."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0" y="4480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deadline + priority rõ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nhận task phù hợp (Marketplace)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lương real-time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54880" y="525780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A78BFA">
              <a:alpha val="18000"/>
            </a:srgbClr>
          </a:solidFill>
          <a:ln w="63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0" y="5257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Pro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464040" y="1828800"/>
            <a:ext cx="914400" cy="914400"/>
          </a:xfrm>
          <a:prstGeom prst="ellipse">
            <a:avLst/>
          </a:prstGeom>
          <a:solidFill>
            <a:srgbClr val="34D399">
              <a:alpha val="25000"/>
            </a:srgbClr>
          </a:solidFill>
          <a:ln w="25400">
            <a:solidFill>
              <a:srgbClr val="34D399">
                <a:alpha val="7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965960"/>
            <a:ext cx="640080" cy="6400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1248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Mark, 28 tuổi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41248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YouTuber 500K subs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412480" y="3611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just want to see progress without sending DMs every day."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412480" y="4480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progress 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portal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visibility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595360" y="525780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34D399">
              <a:alpha val="18000"/>
            </a:srgbClr>
          </a:solidFill>
          <a:ln w="635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95360" y="5257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via Portal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Trello/Asana — chúng tôi serve cả 3 personas trên 1 platform.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là chúng tôi? Tại sao là LÚC NÀY?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5394960" cy="3931920"/>
          </a:xfrm>
          <a:prstGeom prst="roundRect">
            <a:avLst>
              <a:gd name="adj" fmla="val 3488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28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Market Timing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 + TikTok + Reels boom — demand talking head edit tăng 200% từ 2022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top YouTubers/Podcasters dùng talking head format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agency tăng nhanh — phục vụ client US/UK/AU với lợi thế chi phí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554480"/>
            <a:ext cx="5394960" cy="3931920"/>
          </a:xfrm>
          <a:prstGeom prst="roundRect">
            <a:avLst>
              <a:gd name="adj" fmla="val 3488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828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 — Our Edge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5146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team có lived experience — background video editing thực tế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đã có — MVP đang chạy với agency thật + workspaces thật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advantage — đi sâu 1 ngành, không phân tâm 1000 ngành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5760720"/>
            <a:ext cx="11247120" cy="777240"/>
          </a:xfrm>
          <a:prstGeom prst="roundRect">
            <a:avLst>
              <a:gd name="adj" fmla="val 17647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5806440"/>
            <a:ext cx="16870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2256739" y="58064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thực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206240" y="5806440"/>
            <a:ext cx="16870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6005779" y="58064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active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955280" y="5806440"/>
            <a:ext cx="16870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9754819" y="58064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đến từ đâu? — 5 nguồn doanh thu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6304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1645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thuê bao tháng/năm. Scale theo workspace + member count. Recurring revenue chính.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54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1645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064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Add-ons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331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analytics, custom reports, advanced finance forecasting, integration extensions.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1546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154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92440" y="146304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1691640"/>
            <a:ext cx="457200" cy="457200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78440" y="1645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1540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Fee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2331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trăm nhỏ trên task assigned cross-agency qua Marketplace mở rộng (future).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66760" y="31546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A78BFA">
              <a:alpha val="18000"/>
            </a:srgbClr>
          </a:solidFill>
          <a:ln w="63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3154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00300" y="374904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8900" y="3977640"/>
            <a:ext cx="457200" cy="457200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89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86300" y="3931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223260" y="3977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White-label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674620" y="4617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agency rebrand HustlyTasker. Dedicated CSM, SLA, custom domain.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74620" y="54406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34D399">
              <a:alpha val="18000"/>
            </a:srgbClr>
          </a:solidFill>
          <a:ln w="635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74620" y="5440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95060" y="374904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D946EF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23660" y="3977640"/>
            <a:ext cx="457200" cy="457200"/>
          </a:xfrm>
          <a:prstGeom prst="ellipse">
            <a:avLst/>
          </a:prstGeom>
          <a:solidFill>
            <a:srgbClr val="D946EF">
              <a:alpha val="25000"/>
            </a:srgbClr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36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81060" y="39319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018020" y="3977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Integration Tier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69380" y="4617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agency muốn build automation trên platform. Tiered API call pricing.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69380" y="54406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D946EF">
              <a:alpha val="18000"/>
            </a:srgbClr>
          </a:solidFill>
          <a:ln w="6350">
            <a:solidFill>
              <a:srgbClr val="D946EF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9380" y="5440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(60%) + 4 complementary streams = sustainable + multi-lever growth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gói pricing — Freemium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A1A1A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testing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/tháng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members max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basic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Single-language portal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A1A1AA">
              <a:alpha val="30000"/>
            </a:srgbClr>
          </a:solidFill>
          <a:ln w="635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212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free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715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 + viral growth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1280160"/>
            <a:ext cx="3566160" cy="484632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10972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MOST POPULAR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growing agencies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468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/tháng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572000" y="32918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workspaces + members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Finance + Payroll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portal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Analytics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5440680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8B5CF6">
              <a:alpha val="80000"/>
            </a:srgbClr>
          </a:solidFill>
          <a:ln w="635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5440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14-day trial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5943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5-50 editors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38160" y="141732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12480" y="2194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25603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pPr algn="ctr" indent="0" marL="0">
              <a:buNone/>
            </a:pP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412480" y="33832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branding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integration tier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 + SLA 99.9%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feature requests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5212080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34D399">
              <a:alpha val="30000"/>
            </a:srgbClr>
          </a:solidFill>
          <a:ln w="635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5212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5715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50+ editors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flat $29/agency — KHÔNG per-user như Trello/Asana ($5-30/user).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doanh thu 3 năm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$2.9K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Pro conversion focus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signups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Pro customers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Enterprise prospects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069080" y="3337560"/>
            <a:ext cx="182880" cy="274320"/>
          </a:xfrm>
          <a:prstGeom prst="rightTriangle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55448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22402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48056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fee activates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4297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active Pro subs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Enterprise deals (5-10)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launched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909560" y="3337560"/>
            <a:ext cx="182880" cy="274320"/>
          </a:xfrm>
          <a:prstGeom prst="rightTriangle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1554480"/>
            <a:ext cx="3566160" cy="3840480"/>
          </a:xfrm>
          <a:prstGeom prst="roundRect">
            <a:avLst>
              <a:gd name="adj" fmla="val 3846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22402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$50K+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832104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tier + Enterprise mature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4297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1500+ Pro customers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Enterprise active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tier live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 dựa trên benchmarks SaaS B2B niche (LTV/CAC 5:1 industry standard).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launch chính thức — đây là target, không phải actuals.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 ai làm chưa? Chúng tôi khác gì?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8B5CF6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02336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2103120"/>
                <a:gridCol w="210312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Trello / Asana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Frame.io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HustlyTasker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video editing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Chung chung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Chung chung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Review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Niche talking 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Dual-currency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USD/VND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Multi-role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Read-only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4-tier RBAC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 (paid)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Built-in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5 ngôn ngữ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per agency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$5-30/user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$8-24/user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4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$15+/user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 unlimited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760720"/>
            <a:ext cx="11247120" cy="868680"/>
          </a:xfrm>
          <a:prstGeom prst="roundRect">
            <a:avLst>
              <a:gd name="adj" fmla="val 15789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8521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Trello/Asana = chung chung. Frame.io = review tool. HustlyTasker = end-to-end agency operations cho niche talking head — flat pricing per agency.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EXE101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3657600"/>
          </a:xfrm>
          <a:prstGeom prst="ellipse">
            <a:avLst/>
          </a:prstGeom>
          <a:solidFill>
            <a:srgbClr val="D946E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80360" y="228600"/>
            <a:ext cx="6400800" cy="64008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AMBITION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Trở thành OS cho mọi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Agency Đông Nam Á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3566160" cy="1463040"/>
          </a:xfrm>
          <a:prstGeom prst="roundRect">
            <a:avLst>
              <a:gd name="adj" fmla="val 9375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Q4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 launch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agency · 500 editors active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657600"/>
            <a:ext cx="3566160" cy="1463040"/>
          </a:xfrm>
          <a:prstGeom prst="roundRect">
            <a:avLst>
              <a:gd name="adj" fmla="val 9375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4114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MRR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80560" y="4617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agency · expand Indonesia + Philippines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3657600"/>
            <a:ext cx="3566160" cy="1463040"/>
          </a:xfrm>
          <a:prstGeom prst="roundRect">
            <a:avLst>
              <a:gd name="adj" fmla="val 9375"/>
            </a:avLst>
          </a:prstGeom>
          <a:solidFill>
            <a:srgbClr val="14101F">
              <a:alpha val="70000"/>
            </a:srgbClr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4114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leader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4617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countries · Enterprise tier mature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&amp; Thảo luận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HustlyTasker · contact@hustlytasker.xyz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HustlyTasker — Startup Pitch</dc:title>
  <dc:subject>EXE101 Pitch Deck</dc:subject>
  <dc:creator>HustlyTasker Team</dc:creator>
  <cp:lastModifiedBy>HustlyTasker Team</cp:lastModifiedBy>
  <cp:revision>1</cp:revision>
  <dcterms:created xsi:type="dcterms:W3CDTF">2026-05-24T15:23:50Z</dcterms:created>
  <dcterms:modified xsi:type="dcterms:W3CDTF">2026-05-24T15:23:50Z</dcterms:modified>
</cp:coreProperties>
</file>