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228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228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680960" cy="4023360"/>
          </a:xfrm>
          <a:prstGeom prst="rect">
            <a:avLst/>
          </a:prstGeom>
          <a:solidFill>
            <a:srgbClr val="1E293B"/>
          </a:solidFill>
          <a:ln w="63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731520" y="548640"/>
            <a:ext cx="54864" cy="40233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1280160" y="8229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AGENCYMANAGER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 Documentation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80160" y="2194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 lieu luong nguoi dung day du — Phan quyen &amp; Nghiep vu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280160" y="2834640"/>
            <a:ext cx="457200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31089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Phien ban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280160" y="32918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0" y="31089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Ngay cap nhat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926080" y="32918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14/04/2026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31089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 gia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0" y="32918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AgencyManager Team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17920" y="31089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 tuong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217920" y="32918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&amp; QA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 LUC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Tong quan noi dung tai lieu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137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93192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152144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152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1097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Kien truc Role &amp; Permission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135331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vai tro, co Treasurer, ma tran phan quyen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783080"/>
            <a:ext cx="393192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1929384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1929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1874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Flow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213055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JWT Session, Profile/Workspace Selection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560320"/>
            <a:ext cx="393192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" y="2706624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2706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7280" y="2651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User Flows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290779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Task CRUD, Users, CRM, Finance, Payroll, Analytics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337560"/>
            <a:ext cx="393192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4360" y="3483864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3483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7280" y="3429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(USER) Flows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97280" y="36850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Task Lifecycle, Marketplace, Profile, Schedule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4114800"/>
            <a:ext cx="393192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4360" y="4261104"/>
            <a:ext cx="365760" cy="36576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97280" y="4206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Portal Flows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97280" y="44622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Viewing, Invoice, Multi-language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1005840"/>
            <a:ext cx="393192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92040" y="1152144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4892040" y="1152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94960" y="1097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FSM (State Machine)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394960" y="135331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trang thai, 14 su kien chuyen tiep, validate &amp; guard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0" y="1783080"/>
            <a:ext cx="393192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92040" y="1929384"/>
            <a:ext cx="365760" cy="365760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39" name="Text 37"/>
          <p:cNvSpPr/>
          <p:nvPr/>
        </p:nvSpPr>
        <p:spPr>
          <a:xfrm>
            <a:off x="4892040" y="1929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394960" y="1874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System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394960" y="213055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Dong/Mo phien cho, Claim/Return, Optimistic Locking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54880" y="2560320"/>
            <a:ext cx="393192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892040" y="2706624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4" name="Text 42"/>
          <p:cNvSpPr/>
          <p:nvPr/>
        </p:nvSpPr>
        <p:spPr>
          <a:xfrm>
            <a:off x="4892040" y="2706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394960" y="2651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System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394960" y="290779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Invoice, Payroll, Bonus, Exchange Rate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54880" y="3337560"/>
            <a:ext cx="393192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892040" y="3483864"/>
            <a:ext cx="365760" cy="36576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49" name="Text 47"/>
          <p:cNvSpPr/>
          <p:nvPr/>
        </p:nvSpPr>
        <p:spPr>
          <a:xfrm>
            <a:off x="4892040" y="3483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394960" y="3429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&amp; Notification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394960" y="36850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email templates, SendGrid, fire-and-forget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754880" y="4114800"/>
            <a:ext cx="393192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892040" y="4261104"/>
            <a:ext cx="365760" cy="36576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54" name="Text 52"/>
          <p:cNvSpPr/>
          <p:nvPr/>
        </p:nvSpPr>
        <p:spPr>
          <a:xfrm>
            <a:off x="4892040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394960" y="4206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Map &amp; Architecture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394960" y="44622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Multi-tenancy, Workspace, toan bo route he thong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228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KIEN TRUC VAI TRO (ROLES)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thong 5 vai tro chinh + co Treasurer dac biet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137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530352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207008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80160" y="11247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13990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Quyen toi cao: Quan ly tasks, users, CRM,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 chinh, payroll, analytics. Tao/xoa Workspace.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965960"/>
            <a:ext cx="530352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121408"/>
            <a:ext cx="457200" cy="45720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80160" y="20391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ADMIN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23134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Quyen nhu Admin nhung gioi han trong pham vi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Agency. Co the dong/mo Marketplace.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880360"/>
            <a:ext cx="530352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035808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29535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(Nhan vien)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80160" y="32278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Nhan task, lam viec, nop bai, nhan luong.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Tuong tac Marketplace de nhan task tu do.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794760"/>
            <a:ext cx="530352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" y="3950208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80160" y="38679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(Khach hang)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80160" y="41422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trang thai task, invoice qua Portal.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Khong truy cap he thong noi bo.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4709160"/>
            <a:ext cx="530352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0080" y="4864608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864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280160" y="47823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(Bi khoa)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280160" y="50566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 khoan bi gioi han. Khong the dang nhap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hoac thuc hien bat ky thao tac nao.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26480" y="1051560"/>
            <a:ext cx="2651760" cy="2011680"/>
          </a:xfrm>
          <a:prstGeom prst="rect">
            <a:avLst/>
          </a:prstGeom>
          <a:solidFill>
            <a:srgbClr val="1E293B"/>
          </a:solidFill>
          <a:ln w="63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26480" y="1051560"/>
            <a:ext cx="265176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6309360" y="1188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TREASURER (Co)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09360" y="15087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isTreasurer = true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dac biet gan cho bat ky USER nao.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phep truy cap: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Trang Finance (Doanh thu)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Invoice Management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Billing Profiles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26480" y="3246120"/>
            <a:ext cx="2651760" cy="2011680"/>
          </a:xfrm>
          <a:prstGeom prst="rect">
            <a:avLst/>
          </a:prstGeom>
          <a:solidFill>
            <a:srgbClr val="1E293B"/>
          </a:solidFill>
          <a:ln w="63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26480" y="3246120"/>
            <a:ext cx="265176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8" name="Text 36"/>
          <p:cNvSpPr/>
          <p:nvPr/>
        </p:nvSpPr>
        <p:spPr>
          <a:xfrm>
            <a:off x="6309360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ROLES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309360" y="370332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WorkspaceMember model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 — Tao &amp; xoa workspace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 — Quan ly thanh vien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— Thanh vien thuong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 — Xem gioi han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228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MA TRAN PHAN QUYEN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Tinh nang x Vai tro — Chi tiet quyen truy cap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137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914400"/>
                <a:gridCol w="914400"/>
                <a:gridCol w="1097280"/>
                <a:gridCol w="914400"/>
                <a:gridCol w="914400"/>
                <a:gridCol w="914400"/>
              </a:tblGrid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TINH NANG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AGENCY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TREA-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Xem Admin Dashboard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Tao / Xoa Task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 Task cho User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Chuyen trang thai Task (FSM)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 task cua minh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Duyet bai (Review/Complete)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Dong / Mo Marketplace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 Task tu Marketplace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Xem Employee Dashboard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 ly Users &amp; Roles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Toggle Treasurer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CRM — Khach hang / Project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— Doanh thu &amp; Loi nhuan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 — Tao &amp; Quan 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Payroll — Tinh luong &amp; Bonus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 &amp; Performance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Lich lam viec (Schedule)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Xem team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Portal — Xem task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Portal — Xem invoice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Impersonate User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Tao / Xoa Workspace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Full access     </a:t>
            </a:r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dieu kien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Gioi han theo vai tro/context     </a:t>
            </a:r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Khong co quyen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228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AUTHENTICATION FLOW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Luong dang nhap, JWT Session, chon Profile &amp; Workspace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137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6366F1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1887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Page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/login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91640" y="1508760"/>
            <a:ext cx="4572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920240" y="118872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920240" y="11887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req/60s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37560" y="1508760"/>
            <a:ext cx="4572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566160" y="118872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334155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66160" y="11887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83480" y="1508760"/>
            <a:ext cx="4572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212080" y="118872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10B981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212080" y="11887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629400" y="1508760"/>
            <a:ext cx="4572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858000" y="118872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10B981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0" y="11887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Cookie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httpOnly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543800" y="1874520"/>
            <a:ext cx="0" cy="3200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74320" y="2468880"/>
            <a:ext cx="3840480" cy="237744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468880"/>
            <a:ext cx="384048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25786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GUARDS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2907792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Block deprecated paths (/download, /extract)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Redirect unauth -&gt; /login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ToS Check: Bat buoc chap nhan dieu khoan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CLIENT -&gt; Redirect /portal/en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Profile Selection: Can sessionProfileId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JWT Error -&gt; Clear session, ve /login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389120" y="2468880"/>
            <a:ext cx="4480560" cy="237744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89120" y="2468880"/>
            <a:ext cx="448056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0" y="25786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ROUTING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0" y="297180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0" y="2971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897880" y="3108960"/>
            <a:ext cx="3657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309360" y="2971800"/>
            <a:ext cx="2286000" cy="274320"/>
          </a:xfrm>
          <a:prstGeom prst="roundRect">
            <a:avLst>
              <a:gd name="adj" fmla="val 26667"/>
            </a:avLst>
          </a:prstGeom>
          <a:solidFill>
            <a:srgbClr val="06B6D4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309360" y="2971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/portal/en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0" y="333756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0" y="3337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897880" y="3474720"/>
            <a:ext cx="3657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309360" y="3337560"/>
            <a:ext cx="2286000" cy="274320"/>
          </a:xfrm>
          <a:prstGeom prst="roundRect">
            <a:avLst>
              <a:gd name="adj" fmla="val 26667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309360" y="3337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/workspace -&gt; /admin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0" y="370332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0" y="3703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897880" y="3840480"/>
            <a:ext cx="3657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6309360" y="3703320"/>
            <a:ext cx="2286000" cy="274320"/>
          </a:xfrm>
          <a:prstGeom prst="roundRect">
            <a:avLst>
              <a:gd name="adj" fmla="val 26667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30936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/workspace -&gt; /dashboard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572000" y="4160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Multi-Profile: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 user thuoc nhieu team -&gt; Hien man hinh chon Profile truoc khi vao Workspace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228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ADMIN: TONG QUAN DASHBOARD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dien quan tri vien — Toan bo nghiep vu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137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0" y="1097280"/>
            <a:ext cx="4023360" cy="914400"/>
          </a:xfrm>
          <a:prstGeom prst="rect">
            <a:avLst/>
          </a:prstGeom>
          <a:solidFill>
            <a:srgbClr val="1E293B"/>
          </a:solidFill>
          <a:ln w="63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10972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 /admin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60320" y="15087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Stats | Workflow Tabs | Leaderboard | Alerts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2377440"/>
            <a:ext cx="1920240" cy="82296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377440"/>
            <a:ext cx="192024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48716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Tao/Sua/Xoa/Gan Task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377440" y="2377440"/>
            <a:ext cx="1920240" cy="82296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377440" y="2377440"/>
            <a:ext cx="192024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2468880" y="248716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Roles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 user, gan role, treasurer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480560" y="2377440"/>
            <a:ext cx="1920240" cy="82296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80560" y="2377440"/>
            <a:ext cx="192024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248716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&amp; Clients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Khach hang, Du an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583680" y="2377440"/>
            <a:ext cx="1920240" cy="82296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0" y="2377440"/>
            <a:ext cx="1920240" cy="36576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248716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Queue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Marketplace, Dong/Mo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474720"/>
            <a:ext cx="1920240" cy="82296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474720"/>
            <a:ext cx="192024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358444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thu, Loi nhuan, Invoice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377440" y="3474720"/>
            <a:ext cx="1920240" cy="82296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377440" y="3474720"/>
            <a:ext cx="192024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2468880" y="358444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Tinh luong, Bonus, Export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480560" y="3474720"/>
            <a:ext cx="1920240" cy="82296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480560" y="3474720"/>
            <a:ext cx="1920240" cy="3657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0" y="358444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Heatmap, Presence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583680" y="3474720"/>
            <a:ext cx="1920240" cy="82296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583680" y="3474720"/>
            <a:ext cx="1920240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3" name="Text 31"/>
          <p:cNvSpPr/>
          <p:nvPr/>
        </p:nvSpPr>
        <p:spPr>
          <a:xfrm>
            <a:off x="6675120" y="358444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Lich lam viec team (Read-only)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4480560"/>
            <a:ext cx="8595360" cy="502920"/>
          </a:xfrm>
          <a:prstGeom prst="rect">
            <a:avLst/>
          </a:prstGeom>
          <a:solidFill>
            <a:srgbClr val="1A1A2E"/>
          </a:solidFill>
          <a:ln w="63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Luu y: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 quyen Impersonate (gia lap) bat ky user nao de debug. Co AutoRefresh de tu dong cap nhat data. Overdue Task Checker chay tu dong khi load trang.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228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ADMIN: TASK MANAGEMENT FLOW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Luong tao, gan, theo doi va duyet task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137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LUONG TAO TASK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234440"/>
            <a:ext cx="1234440" cy="594360"/>
          </a:xfrm>
          <a:prstGeom prst="roundRect">
            <a:avLst>
              <a:gd name="adj" fmla="val 12308"/>
            </a:avLst>
          </a:prstGeom>
          <a:solidFill>
            <a:srgbClr val="334155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123444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form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CreateTaskForm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554480" y="1527048"/>
            <a:ext cx="1371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691640" y="1234440"/>
            <a:ext cx="1234440" cy="594360"/>
          </a:xfrm>
          <a:prstGeom prst="roundRect">
            <a:avLst>
              <a:gd name="adj" fmla="val 12308"/>
            </a:avLst>
          </a:prstGeom>
          <a:solidFill>
            <a:srgbClr val="334155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691640" y="123444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Chon Client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ClientSelector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71800" y="1527048"/>
            <a:ext cx="1371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108960" y="1234440"/>
            <a:ext cx="1234440" cy="594360"/>
          </a:xfrm>
          <a:prstGeom prst="roundRect">
            <a:avLst>
              <a:gd name="adj" fmla="val 12308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108960" y="123444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Nhap Price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+ VND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89120" y="1527048"/>
            <a:ext cx="1371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526280" y="1234440"/>
            <a:ext cx="1234440" cy="594360"/>
          </a:xfrm>
          <a:prstGeom prst="roundRect">
            <a:avLst>
              <a:gd name="adj" fmla="val 12308"/>
            </a:avLst>
          </a:prstGeom>
          <a:solidFill>
            <a:srgbClr val="334155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26280" y="123444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Chon Assignee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(hoac de trong)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806440" y="1527048"/>
            <a:ext cx="1371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943600" y="1234440"/>
            <a:ext cx="1234440" cy="594360"/>
          </a:xfrm>
          <a:prstGeom prst="roundRect">
            <a:avLst>
              <a:gd name="adj" fmla="val 12308"/>
            </a:avLst>
          </a:prstGeom>
          <a:solidFill>
            <a:srgbClr val="6366F1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0" y="123444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createTask()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223760" y="1527048"/>
            <a:ext cx="1371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360920" y="1234440"/>
            <a:ext cx="1234440" cy="594360"/>
          </a:xfrm>
          <a:prstGeom prst="roundRect">
            <a:avLst>
              <a:gd name="adj" fmla="val 12308"/>
            </a:avLst>
          </a:prstGeom>
          <a:solidFill>
            <a:srgbClr val="10B981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360920" y="123444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PENDING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hoac ASSIGNED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2011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LUONG GAN TASK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224028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64748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74320" y="22402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Chon Task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thai PENDING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783080" y="251460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2011680" y="224028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334155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011680" y="22402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Chon User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cong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520440" y="251460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3749040" y="224028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6366F1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749040" y="22402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assignTask()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FSM: assign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257800" y="251460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486400" y="224028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A855F7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486400" y="22402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taskAssigned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995160" y="251460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7223760" y="224028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223760" y="22402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-&gt;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Nhan task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3017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LUONG DUYET BAI (REVIEW)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" y="324612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A855F7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274320" y="3246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REVIEW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691640" y="3520440"/>
            <a:ext cx="914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1828800" y="324612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334155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828800" y="3246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xem bai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TaskDetailModal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46120" y="3520440"/>
            <a:ext cx="914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3383280" y="324612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3383280" y="3246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Approve?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Duyet/Tu choi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937760" y="3337560"/>
            <a:ext cx="4572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5440680" y="310896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5440680" y="3108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finish()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HOAN TAT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937760" y="3657600"/>
            <a:ext cx="4572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5440680" y="361188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EF4444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5440680" y="3611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reject()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REVISION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858000" y="384048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7178040" y="3611880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A855F7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7178040" y="3611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feedback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User sua lai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74320" y="4343400"/>
            <a:ext cx="8595360" cy="502920"/>
          </a:xfrm>
          <a:prstGeom prst="rect">
            <a:avLst/>
          </a:prstGeom>
          <a:solidFill>
            <a:srgbClr val="1A1A2E"/>
          </a:solidFill>
          <a:ln w="63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Operations: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 the thao tac hang loat (Bulk) tren nhieu task cung luc. Tinh tu dong: profitVND = jobPriceUSD x exchangeRate - wageVND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228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ADMIN: USER &amp; CRM MANAGEMENT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 ly nhan su va khach hang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137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4114800" cy="384048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05840"/>
            <a:ext cx="41148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1155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 LY NHAN SU  /admin/users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1545336"/>
            <a:ext cx="137160" cy="1371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5087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Tao User moi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94560" y="15087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Username, Password, Role, Profile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1828800"/>
            <a:ext cx="3749040" cy="0"/>
          </a:xfrm>
          <a:prstGeom prst="line">
            <a:avLst/>
          </a:prstGeom>
          <a:noFill/>
          <a:ln w="3810">
            <a:solidFill>
              <a:srgbClr val="4755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1947672"/>
            <a:ext cx="137160" cy="1371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191109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 Role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194560" y="19110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USER / AGENCY_ADMIN / LOCKED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2231136"/>
            <a:ext cx="3749040" cy="0"/>
          </a:xfrm>
          <a:prstGeom prst="line">
            <a:avLst/>
          </a:prstGeom>
          <a:noFill/>
          <a:ln w="3810">
            <a:solidFill>
              <a:srgbClr val="47556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350008"/>
            <a:ext cx="137160" cy="1371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23134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Treasurer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194560" y="23134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Bat/Tat quyen tai chinh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2633472"/>
            <a:ext cx="3749040" cy="0"/>
          </a:xfrm>
          <a:prstGeom prst="line">
            <a:avLst/>
          </a:prstGeom>
          <a:noFill/>
          <a:ln w="3810">
            <a:solidFill>
              <a:srgbClr val="4755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2752344"/>
            <a:ext cx="137160" cy="1371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27157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 Profile/Team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194560" y="27157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ProfileSwitcher component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3035808"/>
            <a:ext cx="3749040" cy="0"/>
          </a:xfrm>
          <a:prstGeom prst="line">
            <a:avLst/>
          </a:prstGeom>
          <a:noFill/>
          <a:ln w="3810">
            <a:solidFill>
              <a:srgbClr val="47556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3154680"/>
            <a:ext cx="137160" cy="1371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31181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Cross-Team Access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194560" y="311810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Duyet yeu cau truy cap lien nhom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" y="3438144"/>
            <a:ext cx="3749040" cy="0"/>
          </a:xfrm>
          <a:prstGeom prst="line">
            <a:avLst/>
          </a:prstGeom>
          <a:noFill/>
          <a:ln w="3810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3557016"/>
            <a:ext cx="137160" cy="1371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35204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Password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194560" y="35204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dat lai mat khau cho user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" y="3840480"/>
            <a:ext cx="3749040" cy="0"/>
          </a:xfrm>
          <a:prstGeom prst="line">
            <a:avLst/>
          </a:prstGeom>
          <a:noFill/>
          <a:ln w="3810">
            <a:solidFill>
              <a:srgbClr val="47556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3959352"/>
            <a:ext cx="137160" cy="1371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392277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Xoa User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194560" y="392277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Xoa vinh vien (can xac nhan)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57200" y="4242816"/>
            <a:ext cx="3749040" cy="0"/>
          </a:xfrm>
          <a:prstGeom prst="line">
            <a:avLst/>
          </a:prstGeom>
          <a:noFill/>
          <a:ln w="3810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2920" y="4361688"/>
            <a:ext cx="137160" cy="1371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9" name="Text 37"/>
          <p:cNvSpPr/>
          <p:nvPr/>
        </p:nvSpPr>
        <p:spPr>
          <a:xfrm>
            <a:off x="731520" y="432511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194560" y="43251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 lap phien lam viec cua user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754880" y="1005840"/>
            <a:ext cx="4114800" cy="228600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54880" y="1005840"/>
            <a:ext cx="41148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3" name="Text 41"/>
          <p:cNvSpPr/>
          <p:nvPr/>
        </p:nvSpPr>
        <p:spPr>
          <a:xfrm>
            <a:off x="4937760" y="11155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&amp; KHACH HANG  /admin/crm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937760" y="146304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Hierarchy (Phan cap):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(Parent)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|-- Sub-Client (Child)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|-- Sub-Client (Child)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Chuc nang: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Tao Partner / Sub-Client moi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Xem analytics theo Client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Lien ket task &amp; project voi Client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54880" y="3474720"/>
            <a:ext cx="4114800" cy="137160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54880" y="3474720"/>
            <a:ext cx="4114800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7" name="Text 45"/>
          <p:cNvSpPr/>
          <p:nvPr/>
        </p:nvSpPr>
        <p:spPr>
          <a:xfrm>
            <a:off x="4937760" y="3584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LICH LAM VIEC  /admin/schedule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937760" y="39319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Xem lich lam viec toan bo team (Read-only)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Ma tran: User x Ngay trong tuan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Hien thi Fixed Rules &amp; Exceptions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User tu quan ly lich cua minh tai /dashboard/schedule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228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EMPLOYEE: DASHBOARD &amp; TASK LIFECYCLE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Luong lam viec cua nhan vien tu A den Z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137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2926080" cy="1371600"/>
          </a:xfrm>
          <a:prstGeom prst="rect">
            <a:avLst/>
          </a:prstGeom>
          <a:solidFill>
            <a:srgbClr val="1E293B"/>
          </a:solidFill>
          <a:ln w="63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05840"/>
            <a:ext cx="29260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1155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DASHBOARD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38988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Hero Card (Luong + Bonus)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 + Rank Badge (S/A/B/C/D)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Table (Danh sach viec)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(Bang xep hang)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FAB (Nut noi phien cho)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474720" y="10058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LIFECYCLE — NHAN VIEN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74720" y="123444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3B82F6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74720" y="12344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Duoc gan task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hoac Claim Market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92040" y="1481328"/>
            <a:ext cx="4572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120640" y="123444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120640" y="12344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 dau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start()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537960" y="1481328"/>
            <a:ext cx="4572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766560" y="123444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66560" y="12344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 lam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IN_PROGRESS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452360" y="1783080"/>
            <a:ext cx="0" cy="2286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766560" y="210312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A855F7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766560" y="21031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Nop bai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submit()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89320" y="2350008"/>
            <a:ext cx="7315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572000" y="210312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A855F7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0" y="21031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(Cho admin duyet)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566160" y="2194560"/>
            <a:ext cx="9601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474720" y="256032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10B981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474720" y="2560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HOAN TAT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Nhan luong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566160" y="2514600"/>
            <a:ext cx="9601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474720" y="320040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EF4444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474720" y="3200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lai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92040" y="3447288"/>
            <a:ext cx="6400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577840" y="320040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577840" y="3200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bai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back_to_work()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995160" y="3447288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7315200" y="3246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Re-submit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74320" y="2560320"/>
            <a:ext cx="2926080" cy="237744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74320" y="2560320"/>
            <a:ext cx="292608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26700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THAO TAC CUA NHAN VIEN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299923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start()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554480" y="29992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 dau lam task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57200" y="325526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submit()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554480" y="325526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Nop bai de review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57200" y="351129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pause()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554480" y="351129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dung task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57200" y="37673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resume()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554480" y="376732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Tiep tuc sau khi pause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57200" y="40233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back_to_work()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554480" y="40233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revision ve lam lai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57200" y="42793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claimTask()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1554480" y="427939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Nhan task tu Marketplace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57200" y="453542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returnTask()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554480" y="453542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 task (trong 10 phut)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228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MARKETPLACE SYSTEM — PHIEN CHO TASK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Luong dong/mo, claim, return va optimistic locking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137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4114800" cy="1828800"/>
          </a:xfrm>
          <a:prstGeom prst="rect">
            <a:avLst/>
          </a:prstGeom>
          <a:solidFill>
            <a:srgbClr val="1E293B"/>
          </a:solidFill>
          <a:ln w="6350">
            <a:solidFill>
              <a:srgbClr val="F43F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05840"/>
            <a:ext cx="4114800" cy="36576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1155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DONG / MO PHIEN CHO (Admin)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46304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toggleMarketplace(workspaceId)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Kiem tra quyen: ADMIN hoac AGENCY_ADMIN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Doc trang thai hien tai: workspace.marketplaceOpen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Dao nguoc: true &lt;-&gt; false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revalidatePath: /admin/queue + /dashboard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UI: MarketplaceToggle.tsx (Optimistic UI)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114800" cy="1828800"/>
          </a:xfrm>
          <a:prstGeom prst="rect">
            <a:avLst/>
          </a:prstGeom>
          <a:solidFill>
            <a:srgbClr val="1E293B"/>
          </a:solidFill>
          <a:ln w="63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05840"/>
            <a:ext cx="41148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1155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TASK (Employee)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146304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claimTask(taskId, workspaceId)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Check: marketplace PHAI dang mo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Check: user la member cua workspace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Optimistic Lock: version match?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Atomic update: assigneeId, status, claimedAt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Race condition -&gt; 'Da bi nguoi khac nhan'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Revalidate: /admin, /dashboard, /admin/queue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017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LUONG TUONG TAC MARKETPLACE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3291840"/>
            <a:ext cx="1508760" cy="548640"/>
          </a:xfrm>
          <a:prstGeom prst="roundRect">
            <a:avLst>
              <a:gd name="adj" fmla="val 13333"/>
            </a:avLst>
          </a:prstGeom>
          <a:solidFill>
            <a:srgbClr val="334155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4320" y="32918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Marketplace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28800" y="3566160"/>
            <a:ext cx="1371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011680" y="3291840"/>
            <a:ext cx="1508760" cy="548640"/>
          </a:xfrm>
          <a:prstGeom prst="roundRect">
            <a:avLst>
              <a:gd name="adj" fmla="val 13333"/>
            </a:avLst>
          </a:prstGeom>
          <a:solidFill>
            <a:srgbClr val="334155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011680" y="32918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task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(50 max, unassigned)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566160" y="3566160"/>
            <a:ext cx="1371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749040" y="3291840"/>
            <a:ext cx="1508760" cy="548640"/>
          </a:xfrm>
          <a:prstGeom prst="roundRect">
            <a:avLst>
              <a:gd name="adj" fmla="val 13333"/>
            </a:avLst>
          </a:prstGeom>
          <a:solidFill>
            <a:srgbClr val="6366F1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749040" y="32918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Keo tha task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(dnd-kit Drag)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303520" y="3566160"/>
            <a:ext cx="1371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486400" y="3291840"/>
            <a:ext cx="1508760" cy="54864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86400" y="32918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 vao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Zone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040880" y="3566160"/>
            <a:ext cx="1371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223760" y="3291840"/>
            <a:ext cx="1508760" cy="54864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223760" y="32918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claimTask()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 Lock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4114800"/>
            <a:ext cx="8595360" cy="731520"/>
          </a:xfrm>
          <a:prstGeom prst="rect">
            <a:avLst/>
          </a:prstGeom>
          <a:solidFill>
            <a:srgbClr val="1A1A2E"/>
          </a:solidFill>
          <a:ln w="63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TASK: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vong </a:t>
            </a:r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PHUT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sau khi claim, user co the tra lai task. Chi ap dung cho task tu Marketplace (claimSource = 'MARKET'). Sau 10 phut, task chinh thuc thuoc ve user.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228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TASK FSM (FINITE STATE MACHINE)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trang thai, 14 su kien chuyen tiep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137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1554480" cy="548640"/>
          </a:xfrm>
          <a:prstGeom prst="roundRect">
            <a:avLst>
              <a:gd name="adj" fmla="val 16667"/>
            </a:avLst>
          </a:prstGeom>
          <a:solidFill>
            <a:srgbClr val="64748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1887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 doi giao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377440" y="1188720"/>
            <a:ext cx="1554480" cy="54864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77440" y="11887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377440" y="14630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Nhan task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297680" y="1188720"/>
            <a:ext cx="1554480" cy="5486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97680" y="11887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IN_PROGRESS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297680" y="14630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 thuc hien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6217920" y="1188720"/>
            <a:ext cx="1554480" cy="548640"/>
          </a:xfrm>
          <a:prstGeom prst="roundRect">
            <a:avLst>
              <a:gd name="adj" fmla="val 16667"/>
            </a:avLst>
          </a:prstGeom>
          <a:solidFill>
            <a:srgbClr val="A855F7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11887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217920" y="14630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7589520" y="2286000"/>
            <a:ext cx="1554480" cy="54864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589520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589520" y="25603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Hoan tat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217920" y="2743200"/>
            <a:ext cx="1554480" cy="548640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17920" y="2743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217920" y="30175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297680" y="2743200"/>
            <a:ext cx="1554480" cy="548640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297680" y="2743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FIXING_FRAME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297680" y="30175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frame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377440" y="2743200"/>
            <a:ext cx="1554480" cy="548640"/>
          </a:xfrm>
          <a:prstGeom prst="roundRect">
            <a:avLst>
              <a:gd name="adj" fmla="val 16667"/>
            </a:avLst>
          </a:prstGeom>
          <a:solidFill>
            <a:srgbClr val="64748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377440" y="2743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PAUSED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377440" y="30175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ngung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57200" y="2743200"/>
            <a:ext cx="1554480" cy="548640"/>
          </a:xfrm>
          <a:prstGeom prst="roundRect">
            <a:avLst>
              <a:gd name="adj" fmla="val 16667"/>
            </a:avLst>
          </a:prstGeom>
          <a:solidFill>
            <a:srgbClr val="991B1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57200" y="2743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57200" y="30175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huy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057400" y="146304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3977640" y="146304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897880" y="146304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995160" y="1783080"/>
            <a:ext cx="0" cy="3200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629400" y="1783080"/>
            <a:ext cx="0" cy="6400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5852160" y="3017520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274320" y="35204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 CHUYEN TIEP CHINH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703320"/>
          <a:ext cx="85953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828800"/>
                <a:gridCol w="2560320"/>
              </a:tblGrid>
              <a:tr h="1463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 KIEN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 TRANG THAI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THUC HIEN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PENDING/ASSIGNED/PAUSED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ASSIGNED/PAUSED/PENDING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IN_PROGRESS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USER, ADMIN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IN_PROGRESS/FIXING/REVISION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finish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REVIEW/IN_PROGRESS/...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REVIEW/COMPLETED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pause / resume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IN_PROGRESS &lt;-&gt; PAUSED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(dao nguoc)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ADMIN, USER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unassign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ASSIGNED/IN_PROGRESS/...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back_to_work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IN_PROGRESS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ADMIN, USER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228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CLIENT PORTAL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dien khach hang — Xem task, invoice, da ngon ngu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137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4114800" cy="1828800"/>
          </a:xfrm>
          <a:prstGeom prst="rect">
            <a:avLst/>
          </a:prstGeom>
          <a:solidFill>
            <a:srgbClr val="1E293B"/>
          </a:solidFill>
          <a:ln w="635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05840"/>
            <a:ext cx="41148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1155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MAP — CLIENT PORTAL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4630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/portal/[locale]/[workspaceId]/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/tasks          — Danh sach task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/tasks/[id]     — Chi tiet task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/invoices       — Danh sach invoice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Locale: vi | en | zh | ru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114800" cy="1828800"/>
          </a:xfrm>
          <a:prstGeom prst="rect">
            <a:avLst/>
          </a:prstGeom>
          <a:solidFill>
            <a:srgbClr val="1E293B"/>
          </a:solidFill>
          <a:ln w="63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05840"/>
            <a:ext cx="41148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1155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DASHBOARD — CLIENT VIEW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146304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Card: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Total | Completed | In Progress | Action Required | Due Soon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Accordion: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Nhom theo trang thai (Expand/Collapse)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Bento Widgets: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Project Health | Active Focus | Activity Feed | Rating Survey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063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USER FLOW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3291840"/>
            <a:ext cx="1508760" cy="548640"/>
          </a:xfrm>
          <a:prstGeom prst="roundRect">
            <a:avLst>
              <a:gd name="adj" fmla="val 13333"/>
            </a:avLst>
          </a:prstGeom>
          <a:solidFill>
            <a:srgbClr val="334155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4320" y="32918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(as CLIENT)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28800" y="3566160"/>
            <a:ext cx="1371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011680" y="3291840"/>
            <a:ext cx="1508760" cy="548640"/>
          </a:xfrm>
          <a:prstGeom prst="roundRect">
            <a:avLst>
              <a:gd name="adj" fmla="val 13333"/>
            </a:avLst>
          </a:prstGeom>
          <a:solidFill>
            <a:srgbClr val="06B6D4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011680" y="32918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Auto-redirect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/portal/en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566160" y="3566160"/>
            <a:ext cx="1371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749040" y="3291840"/>
            <a:ext cx="1508760" cy="548640"/>
          </a:xfrm>
          <a:prstGeom prst="roundRect">
            <a:avLst>
              <a:gd name="adj" fmla="val 13333"/>
            </a:avLst>
          </a:prstGeom>
          <a:solidFill>
            <a:srgbClr val="334155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749040" y="32918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303520" y="3566160"/>
            <a:ext cx="1371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486400" y="3291840"/>
            <a:ext cx="1508760" cy="548640"/>
          </a:xfrm>
          <a:prstGeom prst="roundRect">
            <a:avLst>
              <a:gd name="adj" fmla="val 13333"/>
            </a:avLst>
          </a:prstGeom>
          <a:solidFill>
            <a:srgbClr val="6366F1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86400" y="32918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Tasks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(Hero + Accordion)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040880" y="3566160"/>
            <a:ext cx="1371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223760" y="3291840"/>
            <a:ext cx="1508760" cy="54864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223760" y="32918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Invoice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(Download PDF)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4114800"/>
            <a:ext cx="8595360" cy="731520"/>
          </a:xfrm>
          <a:prstGeom prst="rect">
            <a:avLst/>
          </a:prstGeom>
          <a:solidFill>
            <a:srgbClr val="1A1A2E"/>
          </a:solidFill>
          <a:ln w="63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 LY TUYỆT DOI: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KHONG the truy cap bat ky trang nao ngoai /portal/. Middleware tu dong redirect CLIENT role ve portal. Client chi xem duoc task &amp; invoice cua minh, khong thay duoc thong tin noi bo, nhan su, tai chinh cua cong ty.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228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HE THONG TAI CHINH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Invoice, Payroll, Bonus — Luong tien &amp; tinh toan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137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4114800" cy="1463040"/>
          </a:xfrm>
          <a:prstGeom prst="rect">
            <a:avLst/>
          </a:prstGeom>
          <a:solidFill>
            <a:srgbClr val="1E293B"/>
          </a:solidFill>
          <a:ln w="63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05840"/>
            <a:ext cx="41148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1155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 THUC DOANH THU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4630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jobPriceUSD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 </a:t>
            </a:r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exchangeRate</a:t>
            </a:r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revenueVND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revenueVND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wageVND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profitVND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Rate mac dinh: 25,300 VND/USD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114800" cy="1463040"/>
          </a:xfrm>
          <a:prstGeom prst="rect">
            <a:avLst/>
          </a:prstGeom>
          <a:solidFill>
            <a:srgbClr val="1E293B"/>
          </a:solidFill>
          <a:ln w="63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05840"/>
            <a:ext cx="41148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1155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THONG INVOICE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14630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thai: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DRAFT -&gt; SENT -&gt; PAID / OVERDUE / VOID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BillingProfile: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name, SWIFT, Account number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-&gt; invoiceStatus: </a:t>
            </a:r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UNBILLED | INVOICED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InvoiceModal: Tuy chinh so HD, thue, tien te, deposit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651760"/>
            <a:ext cx="8595360" cy="2377440"/>
          </a:xfrm>
          <a:prstGeom prst="rect">
            <a:avLst/>
          </a:prstGeom>
          <a:solidFill>
            <a:srgbClr val="1E293B"/>
          </a:solidFill>
          <a:ln w="63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651760"/>
            <a:ext cx="859536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761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&amp; BONUS SYSTEM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10896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TINH LUONG: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baseSalary = SUM(task.value) cua task HOAN TAT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bonus = Tinh theo thuat toan xep hang</a:t>
            </a:r>
            <a:endParaRPr lang="en-US" sz="1000" dirty="0"/>
          </a:p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totalAmount = baseSalary + bonus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UNPAID | PAID (+ paidAt timestamp)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310896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RANKING ALGORITHM: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incomeScore = revenue - penalties  (Sort #1)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errorRate = penalties / tasks       (Sort #2)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Rank: S(&lt;0.3) A(&lt;=0.6) B(&lt;=1.0) C(&lt;=1.5) D(&gt;1.5)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UNRANKED: &lt; 8 tasks completed</a:t>
            </a:r>
            <a:endParaRPr lang="en-US" sz="1000" dirty="0"/>
          </a:p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 duoc bonus | Rank S: KHONG nhan bonus tien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PayrollLock: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da tinh bonus, PayrollLock record ngan viec tinh lai. Admin co the Revert de mo khoa va tinh lai.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228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HE THONG EMAIL &amp; THONG BAO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email templates — SendGrid — Fire-and-Forget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137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4114800" cy="105156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05840"/>
            <a:ext cx="54864" cy="10515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789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taskAssigned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35331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gan task cho user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den: </a:t>
            </a:r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2240280"/>
            <a:ext cx="4114800" cy="105156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240280"/>
            <a:ext cx="54864" cy="1051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3134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taskStarted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58775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bat dau lam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den: </a:t>
            </a:r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3474720"/>
            <a:ext cx="4114800" cy="105156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474720"/>
            <a:ext cx="54864" cy="105156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5478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taskSubmitted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82219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nop bai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den: </a:t>
            </a:r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1005840"/>
            <a:ext cx="4114800" cy="105156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005840"/>
            <a:ext cx="54864" cy="10515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10789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taskFeedback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135331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gui feedback/revision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den: </a:t>
            </a:r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2240280"/>
            <a:ext cx="4114800" cy="105156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240280"/>
            <a:ext cx="54864" cy="10515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23134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taskCompleted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258775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duyet xong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den: </a:t>
            </a:r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3474720"/>
            <a:ext cx="4114800" cy="105156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3474720"/>
            <a:ext cx="54864" cy="10515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0" y="35478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invoiceCreated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37760" y="382219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Tao invoice moi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den: </a:t>
            </a:r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Admin/Treasurer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</a:t>
            </a:r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Fire-and-Forget —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sendEmail().catch(console.error) — KHONG dung await, khong chan response cua user. Provider: SendGrid | From: notification@agencymanager.com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228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MULTI-TENANCY &amp; ROUTE MAP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isolation, Profile system, toan bo route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137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4114800" cy="2286000"/>
          </a:xfrm>
          <a:prstGeom prst="rect">
            <a:avLst/>
          </a:prstGeom>
          <a:solidFill>
            <a:srgbClr val="1E293B"/>
          </a:solidFill>
          <a:ln w="63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05840"/>
            <a:ext cx="41148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1155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 MODEL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46304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getWorkspacePrisma(workspaceId, profileId?)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dong inject workspaceId vao MOI query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Dam bao KHONG BAO GIO xem data workspace khac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theo Workspace: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Tasks, Clients, Projects, Payroll, Bonus,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Locks, Sessions, Ratings, Schedule, ErrorLog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Cross-Team Access: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ProfileAccessRequest -&gt; Admin duyet -&gt; Truy cap workspace khac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114800" cy="3931920"/>
          </a:xfrm>
          <a:prstGeom prst="rect">
            <a:avLst/>
          </a:prstGeom>
          <a:solidFill>
            <a:srgbClr val="1E293B"/>
          </a:solidFill>
          <a:ln w="635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05840"/>
            <a:ext cx="4114800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1155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MAP TOAN BO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146304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/login  /workspace  /profile  /user-agreement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/[wsId]/dashboard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/[wsId]/dashboard/profile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/[wsId]/dashboard/schedule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/[wsId]/admin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/[wsId]/admin/users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/[wsId]/admin/crm    /admin/crm/[id]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/[wsId]/admin/queue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/[wsId]/admin/finance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/[wsId]/admin/payroll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/[wsId]/admin/analytics  /staff/[userId]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/[wsId]/admin/performance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/[wsId]/admin/schedule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PORTAL: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/portal/[locale]/[wsId]/tasks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/portal/[locale]/[wsId]/tasks/[id]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/portal/[locale]/[wsId]/invoices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4320" y="3474720"/>
            <a:ext cx="4114800" cy="1463040"/>
          </a:xfrm>
          <a:prstGeom prst="rect">
            <a:avLst/>
          </a:prstGeom>
          <a:solidFill>
            <a:srgbClr val="1E293B"/>
          </a:solidFill>
          <a:ln w="63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474720"/>
            <a:ext cx="41148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584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CHINH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9319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(App Router + Server Components + Server Actions)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5.22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@prisma/adapter-neon (Serverless Postgres)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(jose HS256)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SendGrid | TailwindCSS | Framer Motion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dnd-kit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TanStack Table | Radix UI | Shadcn/UI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228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TONG KET — KEY TAKEAWAYS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Nhung diem mau chot cho dev can nho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137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4114800" cy="82296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1188720"/>
            <a:ext cx="411480" cy="4114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097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Luon dung getWorkspacePrisma()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KHONG BAO GIO dung prisma.task.findMany() truc tiep. Moi query phai di qua workspace extension.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1993392"/>
            <a:ext cx="4114800" cy="82296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4048" y="2176272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" y="2176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0848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Khong bypass FSM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23591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 thay doi trang thai task PHAI di qua updateTaskStatus() voi event hop le.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" y="2980944"/>
            <a:ext cx="4114800" cy="82296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3163824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" y="31638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30723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Tinh toan tai chinh tren Server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334670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profitVND, bonus, luong — tat ca PHAI tinh tren server-side. Client chi hien thi.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4320" y="3968496"/>
            <a:ext cx="4114800" cy="82296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84048" y="4151376"/>
            <a:ext cx="411480" cy="41148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" y="41513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40599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Fire-and-Forget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" y="43342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sendEmail().catch() — KHONG await. Khong de email lam cham response cua user.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754880" y="1005840"/>
            <a:ext cx="4114800" cy="82296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64608" y="1188720"/>
            <a:ext cx="411480" cy="41148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29" name="Text 27"/>
          <p:cNvSpPr/>
          <p:nvPr/>
        </p:nvSpPr>
        <p:spPr>
          <a:xfrm>
            <a:off x="4864608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94960" y="1097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 Locking cho Marketplace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9496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task.version truoc khi claim. Race condition -&gt; bao loi, khong ghi de.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754880" y="1993392"/>
            <a:ext cx="4114800" cy="82296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64608" y="2176272"/>
            <a:ext cx="411480" cy="41148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34" name="Text 32"/>
          <p:cNvSpPr/>
          <p:nvPr/>
        </p:nvSpPr>
        <p:spPr>
          <a:xfrm>
            <a:off x="4864608" y="2176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94960" y="20848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cach ly tuyet doi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94960" y="23591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ngan CLIENT truy cap ngoai /portal/. Zero cross-contamination.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54880" y="2980944"/>
            <a:ext cx="4114800" cy="82296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64608" y="3163824"/>
            <a:ext cx="411480" cy="411480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39" name="Text 37"/>
          <p:cNvSpPr/>
          <p:nvPr/>
        </p:nvSpPr>
        <p:spPr>
          <a:xfrm>
            <a:off x="4864608" y="31638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394960" y="30723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 la khong the thuong luong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394960" y="334670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 data (task, payroll, bonus, schedule) PHAI scope theo workspaceId.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754880" y="3968496"/>
            <a:ext cx="4114800" cy="82296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864608" y="4151376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4" name="Text 42"/>
          <p:cNvSpPr/>
          <p:nvPr/>
        </p:nvSpPr>
        <p:spPr>
          <a:xfrm>
            <a:off x="4864608" y="41513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394960" y="40599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Treasurer la co (flag), khong phai role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394960" y="43342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isTreasurer = true cho bat ky USER nao. Quyen truy cap Finance/Invoice.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228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AgencyManager — User Flow Documentation</dc:title>
  <dc:subject>PptxGenJS Presentation</dc:subject>
  <dc:creator>AgencyManager Team</dc:creator>
  <cp:lastModifiedBy>AgencyManager Team</cp:lastModifiedBy>
  <cp:revision>1</cp:revision>
  <dcterms:created xsi:type="dcterms:W3CDTF">2026-04-14T16:29:59Z</dcterms:created>
  <dcterms:modified xsi:type="dcterms:W3CDTF">2026-04-14T16:29:59Z</dcterms:modified>
</cp:coreProperties>
</file>